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94560"/>
                </a:solidFill>
              </a:defRPr>
            </a:pPr>
            <a:r>
              <a:t>다중 환경 오프라인 강화학습 비교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Ray RLlib 기반 3가지 환경별 구현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F4C75"/>
                </a:solidFill>
              </a:defRPr>
            </a:pPr>
            <a:r>
              <a:t>김만종  |  김지훈  |  최은기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김만종: HalfCheetah 오프라인 RL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200" b="1">
                <a:solidFill>
                  <a:srgbClr val="0F4C75"/>
                </a:solidFill>
              </a:defRPr>
            </a:pPr>
            <a:r>
              <a:t>📋 실험 개요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환경: MuJoCo HalfCheetah-v5 (연속 제어)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데이터셋: 50 Ep vs 500 Ep (데이터 양 영향 분석)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알고리즘: BC, CQL, MARWIL 비교</a:t>
            </a:r>
          </a:p>
          <a:p/>
          <a:p>
            <a:pPr>
              <a:spcAft>
                <a:spcPts val="800"/>
              </a:spcAft>
              <a:defRPr sz="2200" b="1">
                <a:solidFill>
                  <a:srgbClr val="0F4C75"/>
                </a:solidFill>
              </a:defRPr>
            </a:pPr>
            <a:r>
              <a:t>🎯 핵심 발견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데이터 양이 성능의 결정적 요인 (50 Ep: 1,500점 → 500 Ep: 3,400점)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MARWIL이 가장 우수한 성능 (전문가 대비 89% 달성)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최적 설정: beta=1.0, lr=1e-4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김만종: 실험 결과 시각화</a:t>
            </a:r>
          </a:p>
        </p:txBody>
      </p:sp>
      <p:pic>
        <p:nvPicPr>
          <p:cNvPr id="3" name="Picture 2" descr="mj_resul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52043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데이터 양 비교 (50 vs 500 Episodes)</a:t>
            </a:r>
          </a:p>
        </p:txBody>
      </p:sp>
      <p:pic>
        <p:nvPicPr>
          <p:cNvPr id="5" name="Picture 4" descr="mj_resul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41148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52043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알고리즘 비교 (BC vs CQL vs MARWIL)</a:t>
            </a:r>
          </a:p>
        </p:txBody>
      </p:sp>
      <p:pic>
        <p:nvPicPr>
          <p:cNvPr id="7" name="Picture 6" descr="mj_resul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1148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MARWIL 하이퍼파라미터 (Learning Rate)</a:t>
            </a:r>
          </a:p>
        </p:txBody>
      </p:sp>
      <p:pic>
        <p:nvPicPr>
          <p:cNvPr id="9" name="Picture 8" descr="mj_result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41148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1722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전체 실험 종합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김지훈: HalfCheetah Expert Policy 학습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200" b="1">
                <a:solidFill>
                  <a:srgbClr val="0F4C75"/>
                </a:solidFill>
              </a:defRPr>
            </a:pPr>
            <a:r>
              <a:t>🔬 12단계 학습 여정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Phase 1: 초기 실험 (1,260점)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Phase 2: 네트워크 크기 조정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Phase 3: Google Brain SOTA 설정 (3,073점)</a:t>
            </a:r>
          </a:p>
          <a:p/>
          <a:p>
            <a:pPr>
              <a:spcAft>
                <a:spcPts val="800"/>
              </a:spcAft>
              <a:defRPr sz="2200" b="1">
                <a:solidFill>
                  <a:srgbClr val="0F4C75"/>
                </a:solidFill>
              </a:defRPr>
            </a:pPr>
            <a:r>
              <a:t>💡 핵심 통찰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작은 네트워크가 더 안정적 (64 units)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큰 배치 + 충분한 반복이 핵심 (Batch 65K, Epochs 32)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시행착오를 통한 2.4배 성능 향상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김지훈: 학습 곡선 분석</a:t>
            </a:r>
          </a:p>
        </p:txBody>
      </p:sp>
      <p:pic>
        <p:nvPicPr>
          <p:cNvPr id="3" name="Picture 2" descr="gh_pha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52043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Phase 1 vs Phase 3: Plateau 극복 과정</a:t>
            </a:r>
          </a:p>
        </p:txBody>
      </p:sp>
      <p:pic>
        <p:nvPicPr>
          <p:cNvPr id="5" name="Picture 4" descr="gh_hyperparameter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41148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52043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하이퍼파라미터가 성능 &amp; 안정성에 미치는 영향</a:t>
            </a:r>
          </a:p>
        </p:txBody>
      </p:sp>
      <p:pic>
        <p:nvPicPr>
          <p:cNvPr id="7" name="Picture 6" descr="gh_experiments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1148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12개 실험의 점진적 성능 향상 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840480"/>
            <a:ext cx="41148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400"/>
              </a:spcAft>
              <a:defRPr sz="4800" b="1">
                <a:solidFill>
                  <a:srgbClr val="E94560"/>
                </a:solidFill>
              </a:defRPr>
            </a:pPr>
            <a:r>
              <a:t>2.4x</a:t>
            </a:r>
          </a:p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Phase 1 대비 성능 향상</a:t>
            </a:r>
          </a:p>
          <a:p>
            <a:pPr>
              <a:spcAft>
                <a:spcPts val="600"/>
              </a:spcAft>
              <a:defRPr sz="1400" b="1">
                <a:solidFill>
                  <a:srgbClr val="E94560"/>
                </a:solidFill>
              </a:defRPr>
            </a:pPr>
            <a:r>
              <a:t>핵심 결론:</a:t>
            </a:r>
          </a:p>
          <a:p>
            <a:pPr lvl="1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큰 배치(65K) + 충분한 반복(32)</a:t>
            </a:r>
          </a:p>
          <a:p>
            <a:pPr lvl="1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작은 네트워크가 안정적</a:t>
            </a:r>
          </a:p>
          <a:p>
            <a:pPr lvl="1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12단계 시행착오 학습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최은기: Atari Breakout 오프라인 학습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200" b="1">
                <a:solidFill>
                  <a:srgbClr val="0F4C75"/>
                </a:solidFill>
              </a:defRPr>
            </a:pPr>
            <a:r>
              <a:t>🎮 실험 구성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환경: ALE/Breakout-v5 (시각 입력)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BC Data Augmentation 효과 검증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IQL 하이퍼파라미터 튜닝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Advanced Techniques (CQL, DAgger)</a:t>
            </a:r>
          </a:p>
          <a:p/>
          <a:p>
            <a:pPr>
              <a:spcAft>
                <a:spcPts val="800"/>
              </a:spcAft>
              <a:defRPr sz="2200" b="1">
                <a:solidFill>
                  <a:srgbClr val="0F4C75"/>
                </a:solidFill>
              </a:defRPr>
            </a:pPr>
            <a:r>
              <a:t>🌟 주요 성과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Data Augmentation으로 22% 성능 향상 (160 → 195)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IQL 최적: Beta=10, Tau=0.8 (180점)</a:t>
            </a:r>
          </a:p>
          <a:p>
            <a:pPr lvl="1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시각 환경에서 Augmentation 필수성 입증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최은기: Atari 실험 결과</a:t>
            </a:r>
          </a:p>
        </p:txBody>
      </p:sp>
      <p:pic>
        <p:nvPicPr>
          <p:cNvPr id="3" name="Picture 2" descr="eungu_bc_au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52043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BC with Data Augmentation: 성능 향상 효과</a:t>
            </a:r>
          </a:p>
        </p:txBody>
      </p:sp>
      <p:pic>
        <p:nvPicPr>
          <p:cNvPr id="5" name="Picture 4" descr="eungu_iql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41148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352043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IQL 하이퍼파라미터 튜닝 결과</a:t>
            </a:r>
          </a:p>
        </p:txBody>
      </p:sp>
      <p:pic>
        <p:nvPicPr>
          <p:cNvPr id="7" name="Picture 6" descr="eungu_algorithm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1148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722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전체 알고리즘 성능 &amp; 효율성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840480"/>
            <a:ext cx="4114800" cy="2286000"/>
          </a:xfrm>
          <a:prstGeom prst="rect">
            <a:avLst/>
          </a:prstGeom>
          <a:solidFill>
            <a:srgbClr val="16213E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400"/>
              </a:spcAft>
              <a:defRPr sz="4800" b="1">
                <a:solidFill>
                  <a:srgbClr val="E94560"/>
                </a:solidFill>
              </a:defRPr>
            </a:pPr>
            <a:r>
              <a:t>22%</a:t>
            </a:r>
          </a:p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Augmentation 성능 향상</a:t>
            </a:r>
          </a:p>
          <a:p>
            <a:pPr>
              <a:spcAft>
                <a:spcPts val="600"/>
              </a:spcAft>
              <a:defRPr sz="1400" b="1">
                <a:solidFill>
                  <a:srgbClr val="E94560"/>
                </a:solidFill>
              </a:defRPr>
            </a:pPr>
            <a:r>
              <a:t>핵심 결론:</a:t>
            </a:r>
          </a:p>
          <a:p>
            <a:pPr lvl="1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BC + Augmentation 최적</a:t>
            </a:r>
          </a:p>
          <a:p>
            <a:pPr lvl="1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시각 환경 특화 필수</a:t>
            </a:r>
          </a:p>
          <a:p>
            <a:pPr lvl="1"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Sample Efficiency 우수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🎯 종합 결론 및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 b="1">
                <a:solidFill>
                  <a:srgbClr val="0F4C75"/>
                </a:solidFill>
              </a:defRPr>
            </a:pPr>
            <a:r>
              <a:t>📊 핵심 발견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데이터 양과 품질이 오프라인 RL 성능의 결정적 요인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환경 특성에 따른 알고리즘 선택 중요 (MuJoCo: MARWIL, Atari: BC+Aug)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하이퍼파라미터 튜닝이 2배 이상의 성능 향상 가능</a:t>
            </a:r>
          </a:p>
          <a:p/>
          <a:p>
            <a:pPr>
              <a:spcAft>
                <a:spcPts val="800"/>
              </a:spcAft>
              <a:defRPr sz="2000" b="1">
                <a:solidFill>
                  <a:srgbClr val="0F4C75"/>
                </a:solidFill>
              </a:defRPr>
            </a:pPr>
            <a:r>
              <a:t>🔬 실무 적용 가이드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연속 제어: 충분한 데이터 + MARWIL (beta=1.0)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시각 환경: BC + Data Augmentation 필수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전문가 정책: 큰 배치(65K) + 충분한 반복(32)</a:t>
            </a:r>
          </a:p>
          <a:p/>
          <a:p>
            <a:pPr>
              <a:spcAft>
                <a:spcPts val="800"/>
              </a:spcAft>
              <a:defRPr sz="2000" b="1">
                <a:solidFill>
                  <a:srgbClr val="0F4C75"/>
                </a:solidFill>
              </a:defRPr>
            </a:pPr>
            <a:r>
              <a:t>🚀 향후 연구 방향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Online Fine-tuning과의 결합 탐색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더 다양한 환경 및 알고리즘 비교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Sample Efficiency 개선 연구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